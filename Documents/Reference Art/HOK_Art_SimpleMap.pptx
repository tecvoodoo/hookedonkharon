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4C323"/>
    <a:srgbClr val="78206E"/>
    <a:srgbClr val="F2F2F2"/>
    <a:srgbClr val="C04F15"/>
    <a:srgbClr val="A1C7CF"/>
    <a:srgbClr val="7E641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7" autoAdjust="0"/>
    <p:restoredTop sz="94660"/>
  </p:normalViewPr>
  <p:slideViewPr>
    <p:cSldViewPr snapToGrid="0" showGuides="1">
      <p:cViewPr varScale="1">
        <p:scale>
          <a:sx n="93" d="100"/>
          <a:sy n="93" d="100"/>
        </p:scale>
        <p:origin x="462" y="30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F0F8E8-0E80-9632-E807-0B508A9996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0A8A02-5FB2-0BD4-F9BE-501DF4B5E5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900529-7113-C6FB-24AD-8B89A7FC55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F37D66-556D-42DC-A517-3D71AECD8F99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BF353C-4190-F896-5053-D2A2A5293F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D56556-103B-1AA4-4C90-C95F213701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ED667-23A3-4B26-AF8C-47946861FE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14163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2F6EE0-45FD-7FD8-C510-551A25D91A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3D8F04-7BE2-5673-F4C8-D0F1B4A192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880CED-2087-9A9A-A0BE-A2CCF0926E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F37D66-556D-42DC-A517-3D71AECD8F99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4E9379-64A7-5A27-74A0-267A67D0E0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AABB53-33DD-0FEC-7C3D-AC509C7D81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ED667-23A3-4B26-AF8C-47946861FE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65186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B0D310-52C4-659E-2628-478F19D55B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C34CF5-6382-B225-B681-FA172B8FD7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6FF6DB-DE36-0F1C-EB43-F0601B2BC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F37D66-556D-42DC-A517-3D71AECD8F99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0F1D85-A010-184D-23A0-C0115ED591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17AAF9-01E3-F100-6DFC-C1DAF2391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ED667-23A3-4B26-AF8C-47946861FE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1341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ED0562-CE1C-01E9-6A5C-45C4BCAFD7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C252F4-9282-11DB-149C-9DDEE152CC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53EEE5-41C0-375A-3D6A-5DF035B51B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F91502-A600-B380-2064-596604C8E0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F37D66-556D-42DC-A517-3D71AECD8F99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F15E08-179C-9623-082D-D7D0FA1747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330D6E-A778-B730-1D56-B85A06BB2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ED667-23A3-4B26-AF8C-47946861FE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1435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E2FC51-2DE5-8FB4-A51B-0A14DC0FCB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5C4F90-2C28-E57C-CD07-2FC2AB5F24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85B624-C295-FC2A-58B5-14AB0033F8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C9A3453-BF41-D5DB-8BEC-4E501AD853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C9C01AC-8187-83C1-3E71-64093C0E09E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7034962-F68D-A931-8A1C-D7B7158591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F37D66-556D-42DC-A517-3D71AECD8F99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DBD0722-F3C5-A348-794F-1D08E0473C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61C8804-51D7-2D5A-FF18-017AD00FCF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ED667-23A3-4B26-AF8C-47946861FE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27939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C161B-9D6D-5A47-0682-230516AEAC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7D5126C-C13B-3AD7-D621-FDEFB76436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F37D66-556D-42DC-A517-3D71AECD8F99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AFA8A0-985C-ED19-BF0E-726F81B04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FDD849-27BC-5D61-F64D-B7205B833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ED667-23A3-4B26-AF8C-47946861FE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62795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9AD7009-A0FC-B275-537A-6940E50268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F37D66-556D-42DC-A517-3D71AECD8F99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DBDA362-C370-10D9-C938-16335967E0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0A8EB2-773F-E176-1E47-E958981C86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ED667-23A3-4B26-AF8C-47946861FE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6662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E595BD-8B37-79FD-AF3A-5FA79F36DF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4FCA91-DE5A-720B-7258-4A2F03AE75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E796B1-A59D-EA42-CCBF-28389D066E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A32708-CB7B-84F3-F240-3119341CB8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F37D66-556D-42DC-A517-3D71AECD8F99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5595AD-FE5D-34E7-E417-5955C072E6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C7FB5E-6F9D-8A20-696E-281F67E86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ED667-23A3-4B26-AF8C-47946861FE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98344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E14C8E-653D-812B-7FBC-884B168FD4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0C242CB-FEF6-1C0E-5C94-31724DBF909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55DEDE-7319-CA8A-192C-18F1D9297A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409453-2FC9-711A-B7A7-E7ED8B2D3F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F37D66-556D-42DC-A517-3D71AECD8F99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47DEB7-AB04-30FF-F054-A79DD64047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F548D4-5555-3C37-55A7-A0E6C23DA5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ED667-23A3-4B26-AF8C-47946861FE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28001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F69B12-025F-E702-7410-2DF6C9B782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662420F-A6E2-A6FA-C0ED-AD38AA6E12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F2A995-C96E-5736-89E7-D264D71370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F37D66-556D-42DC-A517-3D71AECD8F99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5B101F-6150-8D7E-08C9-8198033110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42367A-75ED-5E72-12F7-EA09B79B1D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ED667-23A3-4B26-AF8C-47946861FE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83933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2B7DB2A-169B-07A4-A314-72A6EBA0348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080AB4-6E02-3E85-3DCF-C39B6196F7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4C53E4-81C2-DB1C-783D-AABFAE902B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F37D66-556D-42DC-A517-3D71AECD8F99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C37202-9BC7-271B-F5FC-40248CFF49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234901-7417-87B3-7D33-C573DDFBD9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ED667-23A3-4B26-AF8C-47946861FE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8232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49780C9-A07D-8E86-A260-B1E20B514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169D15-053F-7049-8E22-99AD7451BF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40B078-43B9-FE45-BA2D-977E770C7AB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F37D66-556D-42DC-A517-3D71AECD8F99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69FAF5-2277-51C8-7FD8-F51FBCF5E9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D442A4-A7F3-508D-B2F4-9DEA1594CE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0ED667-23A3-4B26-AF8C-47946861FE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23117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A0D6C493-A45C-3015-9EB0-B22D2FE7BE12}"/>
              </a:ext>
            </a:extLst>
          </p:cNvPr>
          <p:cNvSpPr/>
          <p:nvPr/>
        </p:nvSpPr>
        <p:spPr>
          <a:xfrm>
            <a:off x="4834128" y="2462784"/>
            <a:ext cx="1536192" cy="1511808"/>
          </a:xfrm>
          <a:prstGeom prst="ellips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6A0A77FB-0902-7E63-6C12-5D06D56424E2}"/>
              </a:ext>
            </a:extLst>
          </p:cNvPr>
          <p:cNvSpPr/>
          <p:nvPr/>
        </p:nvSpPr>
        <p:spPr>
          <a:xfrm rot="3819502">
            <a:off x="2107102" y="127590"/>
            <a:ext cx="2658903" cy="4035397"/>
          </a:xfrm>
          <a:custGeom>
            <a:avLst/>
            <a:gdLst>
              <a:gd name="csX0" fmla="*/ 0 w 2658903"/>
              <a:gd name="csY0" fmla="*/ 1862398 h 4035397"/>
              <a:gd name="csX1" fmla="*/ 838953 w 2658903"/>
              <a:gd name="csY1" fmla="*/ 1862398 h 4035397"/>
              <a:gd name="csX2" fmla="*/ 923320 w 2658903"/>
              <a:gd name="csY2" fmla="*/ 1678260 h 4035397"/>
              <a:gd name="csX3" fmla="*/ 1130378 w 2658903"/>
              <a:gd name="csY3" fmla="*/ 1295661 h 4035397"/>
              <a:gd name="csX4" fmla="*/ 2658903 w 2658903"/>
              <a:gd name="csY4" fmla="*/ 84086 h 4035397"/>
              <a:gd name="csX5" fmla="*/ 2528791 w 2658903"/>
              <a:gd name="csY5" fmla="*/ 321553 h 4035397"/>
              <a:gd name="csX6" fmla="*/ 1286614 w 2658903"/>
              <a:gd name="csY6" fmla="*/ 1544980 h 4035397"/>
              <a:gd name="csX7" fmla="*/ 1030543 w 2658903"/>
              <a:gd name="csY7" fmla="*/ 2059930 h 4035397"/>
              <a:gd name="csX8" fmla="*/ 715341 w 2658903"/>
              <a:gd name="csY8" fmla="*/ 3801785 h 4035397"/>
              <a:gd name="csX9" fmla="*/ 599671 w 2658903"/>
              <a:gd name="csY9" fmla="*/ 4035397 h 4035397"/>
              <a:gd name="csX10" fmla="*/ 741827 w 2658903"/>
              <a:gd name="csY10" fmla="*/ 2074382 h 4035397"/>
              <a:gd name="csX11" fmla="*/ 747893 w 2658903"/>
              <a:gd name="csY11" fmla="*/ 2061143 h 4035397"/>
              <a:gd name="csX12" fmla="*/ 0 w 2658903"/>
              <a:gd name="csY12" fmla="*/ 2061143 h 403539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2658903" h="4035397">
                <a:moveTo>
                  <a:pt x="0" y="1862398"/>
                </a:moveTo>
                <a:lnTo>
                  <a:pt x="838953" y="1862398"/>
                </a:lnTo>
                <a:lnTo>
                  <a:pt x="923320" y="1678260"/>
                </a:lnTo>
                <a:cubicBezTo>
                  <a:pt x="988391" y="1547846"/>
                  <a:pt x="1057723" y="1419687"/>
                  <a:pt x="1130378" y="1295661"/>
                </a:cubicBezTo>
                <a:cubicBezTo>
                  <a:pt x="1707383" y="310688"/>
                  <a:pt x="2372018" y="-216130"/>
                  <a:pt x="2658903" y="84086"/>
                </a:cubicBezTo>
                <a:lnTo>
                  <a:pt x="2528791" y="321553"/>
                </a:lnTo>
                <a:cubicBezTo>
                  <a:pt x="2364757" y="39951"/>
                  <a:pt x="1806370" y="589910"/>
                  <a:pt x="1286614" y="1544980"/>
                </a:cubicBezTo>
                <a:cubicBezTo>
                  <a:pt x="1195494" y="1712416"/>
                  <a:pt x="1109222" y="1885904"/>
                  <a:pt x="1030543" y="2059930"/>
                </a:cubicBezTo>
                <a:cubicBezTo>
                  <a:pt x="628499" y="2949176"/>
                  <a:pt x="494040" y="3692212"/>
                  <a:pt x="715341" y="3801785"/>
                </a:cubicBezTo>
                <a:lnTo>
                  <a:pt x="599671" y="4035397"/>
                </a:lnTo>
                <a:cubicBezTo>
                  <a:pt x="274064" y="3874178"/>
                  <a:pt x="333765" y="3050606"/>
                  <a:pt x="741827" y="2074382"/>
                </a:cubicBezTo>
                <a:lnTo>
                  <a:pt x="747893" y="2061143"/>
                </a:lnTo>
                <a:lnTo>
                  <a:pt x="0" y="2061143"/>
                </a:lnTo>
                <a:close/>
              </a:path>
            </a:pathLst>
          </a:custGeom>
          <a:solidFill>
            <a:srgbClr val="7E641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68952A69-56D6-6A98-9DA4-E34CB872C1CD}"/>
              </a:ext>
            </a:extLst>
          </p:cNvPr>
          <p:cNvSpPr/>
          <p:nvPr/>
        </p:nvSpPr>
        <p:spPr>
          <a:xfrm rot="2118700">
            <a:off x="2308826" y="1730326"/>
            <a:ext cx="1651092" cy="4471490"/>
          </a:xfrm>
          <a:custGeom>
            <a:avLst/>
            <a:gdLst>
              <a:gd name="csX0" fmla="*/ 1367256 w 1651092"/>
              <a:gd name="csY0" fmla="*/ 71158 h 4471490"/>
              <a:gd name="csX1" fmla="*/ 1651092 w 1651092"/>
              <a:gd name="csY1" fmla="*/ 17527 h 4471490"/>
              <a:gd name="csX2" fmla="*/ 1637892 w 1651092"/>
              <a:gd name="csY2" fmla="*/ 287981 h 4471490"/>
              <a:gd name="csX3" fmla="*/ 1055591 w 1651092"/>
              <a:gd name="csY3" fmla="*/ 1931362 h 4471490"/>
              <a:gd name="csX4" fmla="*/ 1050421 w 1651092"/>
              <a:gd name="csY4" fmla="*/ 2506444 h 4471490"/>
              <a:gd name="csX5" fmla="*/ 1528464 w 1651092"/>
              <a:gd name="csY5" fmla="*/ 4210817 h 4471490"/>
              <a:gd name="csX6" fmla="*/ 1526568 w 1651092"/>
              <a:gd name="csY6" fmla="*/ 4471490 h 4471490"/>
              <a:gd name="csX7" fmla="*/ 797077 w 1651092"/>
              <a:gd name="csY7" fmla="*/ 2645667 h 4471490"/>
              <a:gd name="csX8" fmla="*/ 788479 w 1651092"/>
              <a:gd name="csY8" fmla="*/ 2428527 h 4471490"/>
              <a:gd name="csX9" fmla="*/ 788292 w 1651092"/>
              <a:gd name="csY9" fmla="*/ 2398347 h 4471490"/>
              <a:gd name="csX10" fmla="*/ 0 w 1651092"/>
              <a:gd name="csY10" fmla="*/ 2398347 h 4471490"/>
              <a:gd name="csX11" fmla="*/ 0 w 1651092"/>
              <a:gd name="csY11" fmla="*/ 2199602 h 4471490"/>
              <a:gd name="csX12" fmla="*/ 787580 w 1651092"/>
              <a:gd name="csY12" fmla="*/ 2199602 h 4471490"/>
              <a:gd name="csX13" fmla="*/ 806077 w 1651092"/>
              <a:gd name="csY13" fmla="*/ 1775438 h 4471490"/>
              <a:gd name="csX14" fmla="*/ 1367256 w 1651092"/>
              <a:gd name="csY14" fmla="*/ 71158 h 44714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1651092" h="4471490">
                <a:moveTo>
                  <a:pt x="1367256" y="71158"/>
                </a:moveTo>
                <a:cubicBezTo>
                  <a:pt x="1457823" y="2046"/>
                  <a:pt x="1553775" y="-18618"/>
                  <a:pt x="1651092" y="17527"/>
                </a:cubicBezTo>
                <a:lnTo>
                  <a:pt x="1637892" y="287981"/>
                </a:lnTo>
                <a:cubicBezTo>
                  <a:pt x="1367250" y="106432"/>
                  <a:pt x="1105493" y="845170"/>
                  <a:pt x="1055591" y="1931362"/>
                </a:cubicBezTo>
                <a:cubicBezTo>
                  <a:pt x="1046842" y="2121786"/>
                  <a:pt x="1045100" y="2315533"/>
                  <a:pt x="1050421" y="2506444"/>
                </a:cubicBezTo>
                <a:cubicBezTo>
                  <a:pt x="1077607" y="3481975"/>
                  <a:pt x="1281529" y="4209021"/>
                  <a:pt x="1528464" y="4210817"/>
                </a:cubicBezTo>
                <a:lnTo>
                  <a:pt x="1526568" y="4471490"/>
                </a:lnTo>
                <a:cubicBezTo>
                  <a:pt x="1163243" y="4468847"/>
                  <a:pt x="856877" y="3702053"/>
                  <a:pt x="797077" y="2645667"/>
                </a:cubicBezTo>
                <a:cubicBezTo>
                  <a:pt x="793002" y="2573684"/>
                  <a:pt x="790137" y="2501216"/>
                  <a:pt x="788479" y="2428527"/>
                </a:cubicBezTo>
                <a:lnTo>
                  <a:pt x="788292" y="2398347"/>
                </a:lnTo>
                <a:lnTo>
                  <a:pt x="0" y="2398347"/>
                </a:lnTo>
                <a:lnTo>
                  <a:pt x="0" y="2199602"/>
                </a:lnTo>
                <a:lnTo>
                  <a:pt x="787580" y="2199602"/>
                </a:lnTo>
                <a:lnTo>
                  <a:pt x="806077" y="1775438"/>
                </a:lnTo>
                <a:cubicBezTo>
                  <a:pt x="872314" y="921852"/>
                  <a:pt x="1095553" y="278493"/>
                  <a:pt x="1367256" y="71158"/>
                </a:cubicBezTo>
                <a:close/>
              </a:path>
            </a:pathLst>
          </a:custGeom>
          <a:solidFill>
            <a:srgbClr val="C04F1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5F5973AB-A022-4987-195F-D94E3175B903}"/>
              </a:ext>
            </a:extLst>
          </p:cNvPr>
          <p:cNvSpPr/>
          <p:nvPr/>
        </p:nvSpPr>
        <p:spPr>
          <a:xfrm rot="19215279">
            <a:off x="4209849" y="3553079"/>
            <a:ext cx="1974572" cy="3583270"/>
          </a:xfrm>
          <a:custGeom>
            <a:avLst/>
            <a:gdLst>
              <a:gd name="csX0" fmla="*/ 1974572 w 1974572"/>
              <a:gd name="csY0" fmla="*/ 28303 h 3583270"/>
              <a:gd name="csX1" fmla="*/ 1921733 w 1974572"/>
              <a:gd name="csY1" fmla="*/ 265351 h 3583270"/>
              <a:gd name="csX2" fmla="*/ 1192806 w 1974572"/>
              <a:gd name="csY2" fmla="*/ 1447004 h 3583270"/>
              <a:gd name="csX3" fmla="*/ 1099480 w 1974572"/>
              <a:gd name="csY3" fmla="*/ 1959795 h 3583270"/>
              <a:gd name="csX4" fmla="*/ 1301351 w 1974572"/>
              <a:gd name="csY4" fmla="*/ 3350025 h 3583270"/>
              <a:gd name="csX5" fmla="*/ 1259432 w 1974572"/>
              <a:gd name="csY5" fmla="*/ 3583270 h 3583270"/>
              <a:gd name="csX6" fmla="*/ 833454 w 1974572"/>
              <a:gd name="csY6" fmla="*/ 2349546 h 3583270"/>
              <a:gd name="csX7" fmla="*/ 836042 w 1974572"/>
              <a:gd name="csY7" fmla="*/ 2308816 h 3583270"/>
              <a:gd name="csX8" fmla="*/ 0 w 1974572"/>
              <a:gd name="csY8" fmla="*/ 2308816 h 3583270"/>
              <a:gd name="csX9" fmla="*/ 0 w 1974572"/>
              <a:gd name="csY9" fmla="*/ 2110071 h 3583270"/>
              <a:gd name="csX10" fmla="*/ 848176 w 1974572"/>
              <a:gd name="csY10" fmla="*/ 2110071 h 3583270"/>
              <a:gd name="csX11" fmla="*/ 848176 w 1974572"/>
              <a:gd name="csY11" fmla="*/ 2117854 h 3583270"/>
              <a:gd name="csX12" fmla="*/ 852817 w 1974572"/>
              <a:gd name="csY12" fmla="*/ 2044819 h 3583270"/>
              <a:gd name="csX13" fmla="*/ 995044 w 1974572"/>
              <a:gd name="csY13" fmla="*/ 1270350 h 3583270"/>
              <a:gd name="csX14" fmla="*/ 1974572 w 1974572"/>
              <a:gd name="csY14" fmla="*/ 28303 h 358327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1974572" h="3583270">
                <a:moveTo>
                  <a:pt x="1974572" y="28303"/>
                </a:moveTo>
                <a:lnTo>
                  <a:pt x="1921733" y="265351"/>
                </a:lnTo>
                <a:cubicBezTo>
                  <a:pt x="1706284" y="101193"/>
                  <a:pt x="1383251" y="624855"/>
                  <a:pt x="1192806" y="1447004"/>
                </a:cubicBezTo>
                <a:cubicBezTo>
                  <a:pt x="1153871" y="1615086"/>
                  <a:pt x="1122334" y="1788370"/>
                  <a:pt x="1099480" y="1959795"/>
                </a:cubicBezTo>
                <a:cubicBezTo>
                  <a:pt x="997937" y="2721475"/>
                  <a:pt x="1083523" y="3310877"/>
                  <a:pt x="1301351" y="3350025"/>
                </a:cubicBezTo>
                <a:lnTo>
                  <a:pt x="1259432" y="3583270"/>
                </a:lnTo>
                <a:cubicBezTo>
                  <a:pt x="979741" y="3533003"/>
                  <a:pt x="814932" y="3035436"/>
                  <a:pt x="833454" y="2349546"/>
                </a:cubicBezTo>
                <a:lnTo>
                  <a:pt x="836042" y="2308816"/>
                </a:lnTo>
                <a:lnTo>
                  <a:pt x="0" y="2308816"/>
                </a:lnTo>
                <a:lnTo>
                  <a:pt x="0" y="2110071"/>
                </a:lnTo>
                <a:lnTo>
                  <a:pt x="848176" y="2110071"/>
                </a:lnTo>
                <a:lnTo>
                  <a:pt x="848176" y="2117854"/>
                </a:lnTo>
                <a:lnTo>
                  <a:pt x="852817" y="2044819"/>
                </a:lnTo>
                <a:cubicBezTo>
                  <a:pt x="878361" y="1785347"/>
                  <a:pt x="926909" y="1520992"/>
                  <a:pt x="995044" y="1270350"/>
                </a:cubicBezTo>
                <a:cubicBezTo>
                  <a:pt x="1231202" y="401630"/>
                  <a:pt x="1651904" y="-131823"/>
                  <a:pt x="1974572" y="28303"/>
                </a:cubicBezTo>
                <a:close/>
              </a:path>
            </a:pathLst>
          </a:custGeom>
          <a:solidFill>
            <a:srgbClr val="F2F2F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2D693944-50AA-D012-774B-69F04C1E721B}"/>
              </a:ext>
            </a:extLst>
          </p:cNvPr>
          <p:cNvSpPr/>
          <p:nvPr/>
        </p:nvSpPr>
        <p:spPr>
          <a:xfrm rot="13287542">
            <a:off x="7086264" y="1156382"/>
            <a:ext cx="1678239" cy="3626493"/>
          </a:xfrm>
          <a:custGeom>
            <a:avLst/>
            <a:gdLst>
              <a:gd name="csX0" fmla="*/ 1325423 w 1678239"/>
              <a:gd name="csY0" fmla="*/ 3626493 h 3626493"/>
              <a:gd name="csX1" fmla="*/ 777144 w 1678239"/>
              <a:gd name="csY1" fmla="*/ 2442043 h 3626493"/>
              <a:gd name="csX2" fmla="*/ 773524 w 1678239"/>
              <a:gd name="csY2" fmla="*/ 2345841 h 3626493"/>
              <a:gd name="csX3" fmla="*/ 0 w 1678239"/>
              <a:gd name="csY3" fmla="*/ 2345841 h 3626493"/>
              <a:gd name="csX4" fmla="*/ 0 w 1678239"/>
              <a:gd name="csY4" fmla="*/ 2147096 h 3626493"/>
              <a:gd name="csX5" fmla="*/ 766045 w 1678239"/>
              <a:gd name="csY5" fmla="*/ 2147096 h 3626493"/>
              <a:gd name="csX6" fmla="*/ 765662 w 1678239"/>
              <a:gd name="csY6" fmla="*/ 2136917 h 3626493"/>
              <a:gd name="csX7" fmla="*/ 829025 w 1678239"/>
              <a:gd name="csY7" fmla="*/ 1352050 h 3626493"/>
              <a:gd name="csX8" fmla="*/ 1678239 w 1678239"/>
              <a:gd name="csY8" fmla="*/ 17512 h 3626493"/>
              <a:gd name="csX9" fmla="*/ 1649587 w 1678239"/>
              <a:gd name="csY9" fmla="*/ 258682 h 3626493"/>
              <a:gd name="csX10" fmla="*/ 1043600 w 1678239"/>
              <a:gd name="csY10" fmla="*/ 1507850 h 3626493"/>
              <a:gd name="csX11" fmla="*/ 1002489 w 1678239"/>
              <a:gd name="csY11" fmla="*/ 2027440 h 3626493"/>
              <a:gd name="csX12" fmla="*/ 1343596 w 1678239"/>
              <a:gd name="csY12" fmla="*/ 3390209 h 362649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678239" h="3626493">
                <a:moveTo>
                  <a:pt x="1325423" y="3626493"/>
                </a:moveTo>
                <a:cubicBezTo>
                  <a:pt x="1042087" y="3604702"/>
                  <a:pt x="827917" y="3126302"/>
                  <a:pt x="777144" y="2442043"/>
                </a:cubicBezTo>
                <a:lnTo>
                  <a:pt x="773524" y="2345841"/>
                </a:lnTo>
                <a:lnTo>
                  <a:pt x="0" y="2345841"/>
                </a:lnTo>
                <a:lnTo>
                  <a:pt x="0" y="2147096"/>
                </a:lnTo>
                <a:lnTo>
                  <a:pt x="766045" y="2147096"/>
                </a:lnTo>
                <a:lnTo>
                  <a:pt x="765662" y="2136917"/>
                </a:lnTo>
                <a:cubicBezTo>
                  <a:pt x="764897" y="1876193"/>
                  <a:pt x="786526" y="1608287"/>
                  <a:pt x="829025" y="1352050"/>
                </a:cubicBezTo>
                <a:cubicBezTo>
                  <a:pt x="976329" y="463936"/>
                  <a:pt x="1341062" y="-109240"/>
                  <a:pt x="1678239" y="17512"/>
                </a:cubicBezTo>
                <a:lnTo>
                  <a:pt x="1649587" y="258682"/>
                </a:lnTo>
                <a:cubicBezTo>
                  <a:pt x="1418674" y="117100"/>
                  <a:pt x="1150124" y="670682"/>
                  <a:pt x="1043600" y="1507850"/>
                </a:cubicBezTo>
                <a:cubicBezTo>
                  <a:pt x="1021823" y="1679003"/>
                  <a:pt x="1007930" y="1854585"/>
                  <a:pt x="1002489" y="2027440"/>
                </a:cubicBezTo>
                <a:cubicBezTo>
                  <a:pt x="978313" y="2795478"/>
                  <a:pt x="1122928" y="3373237"/>
                  <a:pt x="1343596" y="3390209"/>
                </a:cubicBezTo>
                <a:close/>
              </a:path>
            </a:pathLst>
          </a:custGeom>
          <a:solidFill>
            <a:srgbClr val="78206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4AFA7099-5B83-0F88-525C-7D59FAC64443}"/>
              </a:ext>
            </a:extLst>
          </p:cNvPr>
          <p:cNvSpPr/>
          <p:nvPr/>
        </p:nvSpPr>
        <p:spPr>
          <a:xfrm rot="19421368">
            <a:off x="5406851" y="48464"/>
            <a:ext cx="1910428" cy="2878001"/>
          </a:xfrm>
          <a:custGeom>
            <a:avLst/>
            <a:gdLst>
              <a:gd name="csX0" fmla="*/ 1910428 w 1910428"/>
              <a:gd name="csY0" fmla="*/ 647391 h 2878001"/>
              <a:gd name="csX1" fmla="*/ 1910428 w 1910428"/>
              <a:gd name="csY1" fmla="*/ 846136 h 2878001"/>
              <a:gd name="csX2" fmla="*/ 1071081 w 1910428"/>
              <a:gd name="csY2" fmla="*/ 846136 h 2878001"/>
              <a:gd name="csX3" fmla="*/ 1073448 w 1910428"/>
              <a:gd name="csY3" fmla="*/ 899534 h 2878001"/>
              <a:gd name="csX4" fmla="*/ 1056649 w 1910428"/>
              <a:gd name="csY4" fmla="*/ 1206851 h 2878001"/>
              <a:gd name="csX5" fmla="*/ 926253 w 1910428"/>
              <a:gd name="csY5" fmla="*/ 1885578 h 2878001"/>
              <a:gd name="csX6" fmla="*/ 0 w 1910428"/>
              <a:gd name="csY6" fmla="*/ 2703728 h 2878001"/>
              <a:gd name="csX7" fmla="*/ 73996 w 1910428"/>
              <a:gd name="csY7" fmla="*/ 2504691 h 2878001"/>
              <a:gd name="csX8" fmla="*/ 791255 w 1910428"/>
              <a:gd name="csY8" fmla="*/ 1753380 h 2878001"/>
              <a:gd name="csX9" fmla="*/ 882630 w 1910428"/>
              <a:gd name="csY9" fmla="*/ 1275731 h 2878001"/>
              <a:gd name="csX10" fmla="*/ 519442 w 1910428"/>
              <a:gd name="csY10" fmla="*/ 269263 h 2878001"/>
              <a:gd name="csX11" fmla="*/ 528018 w 1910428"/>
              <a:gd name="csY11" fmla="*/ 65545 h 2878001"/>
              <a:gd name="csX12" fmla="*/ 1061421 w 1910428"/>
              <a:gd name="csY12" fmla="*/ 628152 h 2878001"/>
              <a:gd name="csX13" fmla="*/ 1062274 w 1910428"/>
              <a:gd name="csY13" fmla="*/ 647391 h 28780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1910428" h="2878001">
                <a:moveTo>
                  <a:pt x="1910428" y="647391"/>
                </a:moveTo>
                <a:lnTo>
                  <a:pt x="1910428" y="846136"/>
                </a:lnTo>
                <a:lnTo>
                  <a:pt x="1071081" y="846136"/>
                </a:lnTo>
                <a:lnTo>
                  <a:pt x="1073448" y="899534"/>
                </a:lnTo>
                <a:cubicBezTo>
                  <a:pt x="1072795" y="996293"/>
                  <a:pt x="1067339" y="1099040"/>
                  <a:pt x="1056649" y="1206851"/>
                </a:cubicBezTo>
                <a:cubicBezTo>
                  <a:pt x="1034125" y="1434014"/>
                  <a:pt x="989408" y="1666774"/>
                  <a:pt x="926253" y="1885578"/>
                </a:cubicBezTo>
                <a:cubicBezTo>
                  <a:pt x="679889" y="2739114"/>
                  <a:pt x="235778" y="3131392"/>
                  <a:pt x="0" y="2703728"/>
                </a:cubicBezTo>
                <a:lnTo>
                  <a:pt x="73996" y="2504691"/>
                </a:lnTo>
                <a:cubicBezTo>
                  <a:pt x="213797" y="2982405"/>
                  <a:pt x="579380" y="2599464"/>
                  <a:pt x="791255" y="1753380"/>
                </a:cubicBezTo>
                <a:cubicBezTo>
                  <a:pt x="830309" y="1597423"/>
                  <a:pt x="861315" y="1435344"/>
                  <a:pt x="882630" y="1275731"/>
                </a:cubicBezTo>
                <a:cubicBezTo>
                  <a:pt x="994584" y="437348"/>
                  <a:pt x="813477" y="-64535"/>
                  <a:pt x="519442" y="269263"/>
                </a:cubicBezTo>
                <a:lnTo>
                  <a:pt x="528018" y="65545"/>
                </a:lnTo>
                <a:cubicBezTo>
                  <a:pt x="801584" y="-129167"/>
                  <a:pt x="1010259" y="125025"/>
                  <a:pt x="1061421" y="628152"/>
                </a:cubicBezTo>
                <a:lnTo>
                  <a:pt x="1062274" y="647391"/>
                </a:lnTo>
                <a:close/>
              </a:path>
            </a:pathLst>
          </a:custGeom>
          <a:solidFill>
            <a:srgbClr val="A1C7C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5" name="Trapezoid 24">
            <a:extLst>
              <a:ext uri="{FF2B5EF4-FFF2-40B4-BE49-F238E27FC236}">
                <a16:creationId xmlns:a16="http://schemas.microsoft.com/office/drawing/2014/main" id="{9EA842B0-DF24-05B0-217B-6F404BA7D459}"/>
              </a:ext>
            </a:extLst>
          </p:cNvPr>
          <p:cNvSpPr/>
          <p:nvPr/>
        </p:nvSpPr>
        <p:spPr>
          <a:xfrm>
            <a:off x="1168396" y="2338086"/>
            <a:ext cx="544657" cy="515779"/>
          </a:xfrm>
          <a:prstGeom prst="trapezoi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rapezoid 25">
            <a:extLst>
              <a:ext uri="{FF2B5EF4-FFF2-40B4-BE49-F238E27FC236}">
                <a16:creationId xmlns:a16="http://schemas.microsoft.com/office/drawing/2014/main" id="{DCD193A7-8780-9E85-9BBB-B312F0B2AAD3}"/>
              </a:ext>
            </a:extLst>
          </p:cNvPr>
          <p:cNvSpPr/>
          <p:nvPr/>
        </p:nvSpPr>
        <p:spPr>
          <a:xfrm>
            <a:off x="5351601" y="3804155"/>
            <a:ext cx="544657" cy="515779"/>
          </a:xfrm>
          <a:prstGeom prst="trapezoid">
            <a:avLst/>
          </a:prstGeom>
          <a:solidFill>
            <a:schemeClr val="bg2">
              <a:lumMod val="1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rapezoid 26">
            <a:extLst>
              <a:ext uri="{FF2B5EF4-FFF2-40B4-BE49-F238E27FC236}">
                <a16:creationId xmlns:a16="http://schemas.microsoft.com/office/drawing/2014/main" id="{EA240C08-F513-BE7A-4AD2-F8E1A630EE6D}"/>
              </a:ext>
            </a:extLst>
          </p:cNvPr>
          <p:cNvSpPr/>
          <p:nvPr/>
        </p:nvSpPr>
        <p:spPr>
          <a:xfrm rot="18290356">
            <a:off x="2401666" y="5950836"/>
            <a:ext cx="544657" cy="515779"/>
          </a:xfrm>
          <a:prstGeom prst="trapezoi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rapezoid 27">
            <a:extLst>
              <a:ext uri="{FF2B5EF4-FFF2-40B4-BE49-F238E27FC236}">
                <a16:creationId xmlns:a16="http://schemas.microsoft.com/office/drawing/2014/main" id="{3358EC0E-F2A2-E5EA-5A53-6EB0D29694EA}"/>
              </a:ext>
            </a:extLst>
          </p:cNvPr>
          <p:cNvSpPr/>
          <p:nvPr/>
        </p:nvSpPr>
        <p:spPr>
          <a:xfrm rot="14585587">
            <a:off x="6451203" y="6101440"/>
            <a:ext cx="544657" cy="515779"/>
          </a:xfrm>
          <a:prstGeom prst="trapezoi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rapezoid 28">
            <a:extLst>
              <a:ext uri="{FF2B5EF4-FFF2-40B4-BE49-F238E27FC236}">
                <a16:creationId xmlns:a16="http://schemas.microsoft.com/office/drawing/2014/main" id="{D369ABA4-6308-6E6E-0573-F7EA46000C84}"/>
              </a:ext>
            </a:extLst>
          </p:cNvPr>
          <p:cNvSpPr/>
          <p:nvPr/>
        </p:nvSpPr>
        <p:spPr>
          <a:xfrm rot="8565368">
            <a:off x="8284199" y="952634"/>
            <a:ext cx="544657" cy="515779"/>
          </a:xfrm>
          <a:prstGeom prst="trapezoi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rapezoid 29">
            <a:extLst>
              <a:ext uri="{FF2B5EF4-FFF2-40B4-BE49-F238E27FC236}">
                <a16:creationId xmlns:a16="http://schemas.microsoft.com/office/drawing/2014/main" id="{6D8CF8CC-AC8B-6623-8B85-1C29C17E3A40}"/>
              </a:ext>
            </a:extLst>
          </p:cNvPr>
          <p:cNvSpPr/>
          <p:nvPr/>
        </p:nvSpPr>
        <p:spPr>
          <a:xfrm rot="4804860">
            <a:off x="4828019" y="414572"/>
            <a:ext cx="544657" cy="515779"/>
          </a:xfrm>
          <a:prstGeom prst="trapezoi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Arrow: Pentagon 30">
            <a:extLst>
              <a:ext uri="{FF2B5EF4-FFF2-40B4-BE49-F238E27FC236}">
                <a16:creationId xmlns:a16="http://schemas.microsoft.com/office/drawing/2014/main" id="{14635868-D948-8E07-1F03-1F3B25190647}"/>
              </a:ext>
            </a:extLst>
          </p:cNvPr>
          <p:cNvSpPr/>
          <p:nvPr/>
        </p:nvSpPr>
        <p:spPr>
          <a:xfrm rot="16200000">
            <a:off x="8665158" y="3079223"/>
            <a:ext cx="658964" cy="513332"/>
          </a:xfrm>
          <a:prstGeom prst="homePlate">
            <a:avLst/>
          </a:prstGeom>
          <a:solidFill>
            <a:srgbClr val="B4C32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Arrow: Pentagon 31">
            <a:extLst>
              <a:ext uri="{FF2B5EF4-FFF2-40B4-BE49-F238E27FC236}">
                <a16:creationId xmlns:a16="http://schemas.microsoft.com/office/drawing/2014/main" id="{BA8A9EBF-CEF7-1EAB-2662-3E9C16412E58}"/>
              </a:ext>
            </a:extLst>
          </p:cNvPr>
          <p:cNvSpPr/>
          <p:nvPr/>
        </p:nvSpPr>
        <p:spPr>
          <a:xfrm rot="16200000">
            <a:off x="4213254" y="6066171"/>
            <a:ext cx="658964" cy="513332"/>
          </a:xfrm>
          <a:prstGeom prst="homePlate">
            <a:avLst/>
          </a:prstGeom>
          <a:solidFill>
            <a:srgbClr val="B4C32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Arrow: Pentagon 32">
            <a:extLst>
              <a:ext uri="{FF2B5EF4-FFF2-40B4-BE49-F238E27FC236}">
                <a16:creationId xmlns:a16="http://schemas.microsoft.com/office/drawing/2014/main" id="{7E24AF52-B5AD-F25E-18FF-4D59ADD2A14B}"/>
              </a:ext>
            </a:extLst>
          </p:cNvPr>
          <p:cNvSpPr/>
          <p:nvPr/>
        </p:nvSpPr>
        <p:spPr>
          <a:xfrm rot="16200000">
            <a:off x="1890240" y="3172334"/>
            <a:ext cx="658964" cy="513332"/>
          </a:xfrm>
          <a:prstGeom prst="homePlate">
            <a:avLst/>
          </a:prstGeom>
          <a:solidFill>
            <a:srgbClr val="B4C32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Arrow: Pentagon 33">
            <a:extLst>
              <a:ext uri="{FF2B5EF4-FFF2-40B4-BE49-F238E27FC236}">
                <a16:creationId xmlns:a16="http://schemas.microsoft.com/office/drawing/2014/main" id="{23AE573B-F4AC-306F-6448-918DE51FF0EF}"/>
              </a:ext>
            </a:extLst>
          </p:cNvPr>
          <p:cNvSpPr/>
          <p:nvPr/>
        </p:nvSpPr>
        <p:spPr>
          <a:xfrm rot="16200000">
            <a:off x="2544861" y="415795"/>
            <a:ext cx="658964" cy="513332"/>
          </a:xfrm>
          <a:prstGeom prst="homePlate">
            <a:avLst/>
          </a:prstGeom>
          <a:solidFill>
            <a:srgbClr val="B4C32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Arrow: Pentagon 34">
            <a:extLst>
              <a:ext uri="{FF2B5EF4-FFF2-40B4-BE49-F238E27FC236}">
                <a16:creationId xmlns:a16="http://schemas.microsoft.com/office/drawing/2014/main" id="{66096022-2375-A213-AF59-94E32E278782}"/>
              </a:ext>
            </a:extLst>
          </p:cNvPr>
          <p:cNvSpPr/>
          <p:nvPr/>
        </p:nvSpPr>
        <p:spPr>
          <a:xfrm rot="16200000">
            <a:off x="6515635" y="132497"/>
            <a:ext cx="658964" cy="513332"/>
          </a:xfrm>
          <a:prstGeom prst="homePlate">
            <a:avLst/>
          </a:prstGeom>
          <a:solidFill>
            <a:srgbClr val="B4C32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Arrow: Pentagon 35">
            <a:extLst>
              <a:ext uri="{FF2B5EF4-FFF2-40B4-BE49-F238E27FC236}">
                <a16:creationId xmlns:a16="http://schemas.microsoft.com/office/drawing/2014/main" id="{426F37F8-3040-3FE0-F77B-B7A40CC75C43}"/>
              </a:ext>
            </a:extLst>
          </p:cNvPr>
          <p:cNvSpPr/>
          <p:nvPr/>
        </p:nvSpPr>
        <p:spPr>
          <a:xfrm rot="16200000">
            <a:off x="10950788" y="2842852"/>
            <a:ext cx="658964" cy="513332"/>
          </a:xfrm>
          <a:prstGeom prst="homePlate">
            <a:avLst/>
          </a:prstGeom>
          <a:solidFill>
            <a:srgbClr val="B4C32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rapezoid 36">
            <a:extLst>
              <a:ext uri="{FF2B5EF4-FFF2-40B4-BE49-F238E27FC236}">
                <a16:creationId xmlns:a16="http://schemas.microsoft.com/office/drawing/2014/main" id="{DEC7FBA0-F9F3-BB08-F5A8-08ADD942198D}"/>
              </a:ext>
            </a:extLst>
          </p:cNvPr>
          <p:cNvSpPr/>
          <p:nvPr/>
        </p:nvSpPr>
        <p:spPr>
          <a:xfrm>
            <a:off x="11007941" y="3902181"/>
            <a:ext cx="544657" cy="515779"/>
          </a:xfrm>
          <a:prstGeom prst="trapezoid">
            <a:avLst/>
          </a:prstGeom>
          <a:solidFill>
            <a:schemeClr val="bg2">
              <a:lumMod val="1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z</a:t>
            </a:r>
          </a:p>
        </p:txBody>
      </p:sp>
      <p:sp>
        <p:nvSpPr>
          <p:cNvPr id="38" name="Trapezoid 37">
            <a:extLst>
              <a:ext uri="{FF2B5EF4-FFF2-40B4-BE49-F238E27FC236}">
                <a16:creationId xmlns:a16="http://schemas.microsoft.com/office/drawing/2014/main" id="{81F76C0C-6178-4FC5-5F53-DB9526351137}"/>
              </a:ext>
            </a:extLst>
          </p:cNvPr>
          <p:cNvSpPr/>
          <p:nvPr/>
        </p:nvSpPr>
        <p:spPr>
          <a:xfrm>
            <a:off x="11023604" y="4828935"/>
            <a:ext cx="544657" cy="515779"/>
          </a:xfrm>
          <a:prstGeom prst="trapezoi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4515BAB-AB79-902A-E6B8-48B39C9FD202}"/>
              </a:ext>
            </a:extLst>
          </p:cNvPr>
          <p:cNvSpPr txBox="1"/>
          <p:nvPr/>
        </p:nvSpPr>
        <p:spPr>
          <a:xfrm>
            <a:off x="9871027" y="2959084"/>
            <a:ext cx="1136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Merchant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CEF037C-1068-9BBF-2860-7AD2A22FE5E5}"/>
              </a:ext>
            </a:extLst>
          </p:cNvPr>
          <p:cNvSpPr txBox="1"/>
          <p:nvPr/>
        </p:nvSpPr>
        <p:spPr>
          <a:xfrm>
            <a:off x="9542072" y="3906523"/>
            <a:ext cx="1550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Drop off Dock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DCDF02D-D10E-7791-663D-C437B7257346}"/>
              </a:ext>
            </a:extLst>
          </p:cNvPr>
          <p:cNvSpPr txBox="1"/>
          <p:nvPr/>
        </p:nvSpPr>
        <p:spPr>
          <a:xfrm>
            <a:off x="9564547" y="4884097"/>
            <a:ext cx="1505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Pick Up Dock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3449A9E-A578-FD60-5BDF-1B0569B29EA3}"/>
              </a:ext>
            </a:extLst>
          </p:cNvPr>
          <p:cNvSpPr txBox="1"/>
          <p:nvPr/>
        </p:nvSpPr>
        <p:spPr>
          <a:xfrm>
            <a:off x="1283346" y="4665606"/>
            <a:ext cx="13131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Phlegethon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9A987AD-49CB-DED9-4AC5-48C7A113A776}"/>
              </a:ext>
            </a:extLst>
          </p:cNvPr>
          <p:cNvSpPr txBox="1"/>
          <p:nvPr/>
        </p:nvSpPr>
        <p:spPr>
          <a:xfrm>
            <a:off x="993638" y="1453393"/>
            <a:ext cx="1018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Acheron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A58699B-F5A6-923E-8F5C-07A01724EF06}"/>
              </a:ext>
            </a:extLst>
          </p:cNvPr>
          <p:cNvSpPr txBox="1"/>
          <p:nvPr/>
        </p:nvSpPr>
        <p:spPr>
          <a:xfrm>
            <a:off x="5672141" y="219065"/>
            <a:ext cx="7462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Lethe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0DCA043-BD59-EA63-7219-2AA4B1808373}"/>
              </a:ext>
            </a:extLst>
          </p:cNvPr>
          <p:cNvSpPr txBox="1"/>
          <p:nvPr/>
        </p:nvSpPr>
        <p:spPr>
          <a:xfrm>
            <a:off x="8556527" y="2267743"/>
            <a:ext cx="5966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Styx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396BA84-C5A0-D090-AF38-1A9492B1ADF9}"/>
              </a:ext>
            </a:extLst>
          </p:cNvPr>
          <p:cNvSpPr txBox="1"/>
          <p:nvPr/>
        </p:nvSpPr>
        <p:spPr>
          <a:xfrm>
            <a:off x="4861009" y="6159287"/>
            <a:ext cx="10128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Cocytus</a:t>
            </a:r>
          </a:p>
        </p:txBody>
      </p:sp>
      <p:sp>
        <p:nvSpPr>
          <p:cNvPr id="49" name="Arrow: Curved Down 48">
            <a:extLst>
              <a:ext uri="{FF2B5EF4-FFF2-40B4-BE49-F238E27FC236}">
                <a16:creationId xmlns:a16="http://schemas.microsoft.com/office/drawing/2014/main" id="{B00DAC54-2144-374B-B569-47754EA046E7}"/>
              </a:ext>
            </a:extLst>
          </p:cNvPr>
          <p:cNvSpPr/>
          <p:nvPr/>
        </p:nvSpPr>
        <p:spPr>
          <a:xfrm>
            <a:off x="4275756" y="1157194"/>
            <a:ext cx="2377724" cy="546882"/>
          </a:xfrm>
          <a:prstGeom prst="curvedDownArrow">
            <a:avLst>
              <a:gd name="adj1" fmla="val 44045"/>
              <a:gd name="adj2" fmla="val 77391"/>
              <a:gd name="adj3" fmla="val 53417"/>
            </a:avLst>
          </a:prstGeom>
          <a:pattFill prst="wdUpDiag">
            <a:fgClr>
              <a:schemeClr val="accent1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0" name="Arrow: Curved Down 49">
            <a:extLst>
              <a:ext uri="{FF2B5EF4-FFF2-40B4-BE49-F238E27FC236}">
                <a16:creationId xmlns:a16="http://schemas.microsoft.com/office/drawing/2014/main" id="{B39EF114-5E6C-7E14-D3CE-FAE6BE16F13F}"/>
              </a:ext>
            </a:extLst>
          </p:cNvPr>
          <p:cNvSpPr/>
          <p:nvPr/>
        </p:nvSpPr>
        <p:spPr>
          <a:xfrm rot="2906920">
            <a:off x="6480639" y="2204917"/>
            <a:ext cx="1839080" cy="720441"/>
          </a:xfrm>
          <a:prstGeom prst="curvedDownArrow">
            <a:avLst>
              <a:gd name="adj1" fmla="val 44045"/>
              <a:gd name="adj2" fmla="val 77391"/>
              <a:gd name="adj3" fmla="val 53417"/>
            </a:avLst>
          </a:prstGeom>
          <a:pattFill prst="wdUpDiag">
            <a:fgClr>
              <a:schemeClr val="accent1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1" name="Arrow: Curved Down 50">
            <a:extLst>
              <a:ext uri="{FF2B5EF4-FFF2-40B4-BE49-F238E27FC236}">
                <a16:creationId xmlns:a16="http://schemas.microsoft.com/office/drawing/2014/main" id="{A5558B3D-9BDA-F016-BD5E-B197C63D7B05}"/>
              </a:ext>
            </a:extLst>
          </p:cNvPr>
          <p:cNvSpPr/>
          <p:nvPr/>
        </p:nvSpPr>
        <p:spPr>
          <a:xfrm rot="8347486">
            <a:off x="4883467" y="4394876"/>
            <a:ext cx="2951217" cy="728008"/>
          </a:xfrm>
          <a:prstGeom prst="curvedDownArrow">
            <a:avLst>
              <a:gd name="adj1" fmla="val 44045"/>
              <a:gd name="adj2" fmla="val 77391"/>
              <a:gd name="adj3" fmla="val 53417"/>
            </a:avLst>
          </a:prstGeom>
          <a:pattFill prst="wdUpDiag">
            <a:fgClr>
              <a:schemeClr val="accent1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2" name="Arrow: Curved Down 51">
            <a:extLst>
              <a:ext uri="{FF2B5EF4-FFF2-40B4-BE49-F238E27FC236}">
                <a16:creationId xmlns:a16="http://schemas.microsoft.com/office/drawing/2014/main" id="{7D4526EF-A699-DFFB-0050-C28480480A9B}"/>
              </a:ext>
            </a:extLst>
          </p:cNvPr>
          <p:cNvSpPr/>
          <p:nvPr/>
        </p:nvSpPr>
        <p:spPr>
          <a:xfrm rot="12608377">
            <a:off x="3018538" y="3953674"/>
            <a:ext cx="1870643" cy="502117"/>
          </a:xfrm>
          <a:prstGeom prst="curvedDownArrow">
            <a:avLst>
              <a:gd name="adj1" fmla="val 44045"/>
              <a:gd name="adj2" fmla="val 77391"/>
              <a:gd name="adj3" fmla="val 53417"/>
            </a:avLst>
          </a:prstGeom>
          <a:pattFill prst="wdUpDiag">
            <a:fgClr>
              <a:schemeClr val="accent1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3" name="Arrow: Curved Down 52">
            <a:extLst>
              <a:ext uri="{FF2B5EF4-FFF2-40B4-BE49-F238E27FC236}">
                <a16:creationId xmlns:a16="http://schemas.microsoft.com/office/drawing/2014/main" id="{59004C08-47C0-ADAF-D974-23203AD4BB13}"/>
              </a:ext>
            </a:extLst>
          </p:cNvPr>
          <p:cNvSpPr/>
          <p:nvPr/>
        </p:nvSpPr>
        <p:spPr>
          <a:xfrm rot="15232274">
            <a:off x="2685930" y="2158344"/>
            <a:ext cx="1769015" cy="548450"/>
          </a:xfrm>
          <a:prstGeom prst="curvedDownArrow">
            <a:avLst>
              <a:gd name="adj1" fmla="val 44045"/>
              <a:gd name="adj2" fmla="val 77391"/>
              <a:gd name="adj3" fmla="val 53417"/>
            </a:avLst>
          </a:prstGeom>
          <a:pattFill prst="wdUpDiag">
            <a:fgClr>
              <a:schemeClr val="accent1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4" name="Arrow: Curved Down 53">
            <a:extLst>
              <a:ext uri="{FF2B5EF4-FFF2-40B4-BE49-F238E27FC236}">
                <a16:creationId xmlns:a16="http://schemas.microsoft.com/office/drawing/2014/main" id="{F39276D5-DE9B-B33D-6C4E-6DEFA4614787}"/>
              </a:ext>
            </a:extLst>
          </p:cNvPr>
          <p:cNvSpPr/>
          <p:nvPr/>
        </p:nvSpPr>
        <p:spPr>
          <a:xfrm>
            <a:off x="10915473" y="5664404"/>
            <a:ext cx="919853" cy="609486"/>
          </a:xfrm>
          <a:prstGeom prst="curvedDownArrow">
            <a:avLst>
              <a:gd name="adj1" fmla="val 44045"/>
              <a:gd name="adj2" fmla="val 77391"/>
              <a:gd name="adj3" fmla="val 53417"/>
            </a:avLst>
          </a:prstGeom>
          <a:pattFill prst="wdUpDiag">
            <a:fgClr>
              <a:schemeClr val="accent1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B952AB9-3515-8CE8-2A04-5833F685C2E3}"/>
              </a:ext>
            </a:extLst>
          </p:cNvPr>
          <p:cNvSpPr txBox="1"/>
          <p:nvPr/>
        </p:nvSpPr>
        <p:spPr>
          <a:xfrm>
            <a:off x="9569139" y="5664404"/>
            <a:ext cx="124630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Waterfall</a:t>
            </a:r>
          </a:p>
          <a:p>
            <a:r>
              <a:rPr lang="en-US" dirty="0"/>
              <a:t>Connector</a:t>
            </a:r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8C729983-567C-0290-0CF0-C56A555F7B3F}"/>
              </a:ext>
            </a:extLst>
          </p:cNvPr>
          <p:cNvGrpSpPr/>
          <p:nvPr/>
        </p:nvGrpSpPr>
        <p:grpSpPr>
          <a:xfrm rot="2668284">
            <a:off x="10995874" y="2068116"/>
            <a:ext cx="568789" cy="332567"/>
            <a:chOff x="5118859" y="2969555"/>
            <a:chExt cx="568789" cy="332567"/>
          </a:xfrm>
        </p:grpSpPr>
        <p:sp>
          <p:nvSpPr>
            <p:cNvPr id="56" name="Rectangle: Rounded Corners 55">
              <a:extLst>
                <a:ext uri="{FF2B5EF4-FFF2-40B4-BE49-F238E27FC236}">
                  <a16:creationId xmlns:a16="http://schemas.microsoft.com/office/drawing/2014/main" id="{5CF7D9C9-5351-EB5C-FC63-EA758DD18240}"/>
                </a:ext>
              </a:extLst>
            </p:cNvPr>
            <p:cNvSpPr/>
            <p:nvPr/>
          </p:nvSpPr>
          <p:spPr>
            <a:xfrm rot="18958377">
              <a:off x="5118859" y="3010555"/>
              <a:ext cx="568789" cy="291567"/>
            </a:xfrm>
            <a:prstGeom prst="round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13DADB2D-3462-C02B-C0D0-5EC87059713C}"/>
                </a:ext>
              </a:extLst>
            </p:cNvPr>
            <p:cNvSpPr/>
            <p:nvPr/>
          </p:nvSpPr>
          <p:spPr>
            <a:xfrm rot="18958377">
              <a:off x="5468897" y="2969555"/>
              <a:ext cx="94001" cy="115581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80C55434-47C1-F7DE-72E4-9E26ECF0FF10}"/>
                </a:ext>
              </a:extLst>
            </p:cNvPr>
            <p:cNvSpPr/>
            <p:nvPr/>
          </p:nvSpPr>
          <p:spPr>
            <a:xfrm rot="18958377">
              <a:off x="5296528" y="3102578"/>
              <a:ext cx="135404" cy="83541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5E16E67A-40D1-504D-5235-5C7B3BA6DF8A}"/>
              </a:ext>
            </a:extLst>
          </p:cNvPr>
          <p:cNvGrpSpPr/>
          <p:nvPr/>
        </p:nvGrpSpPr>
        <p:grpSpPr>
          <a:xfrm>
            <a:off x="5005104" y="2877096"/>
            <a:ext cx="568789" cy="332567"/>
            <a:chOff x="5118859" y="2969555"/>
            <a:chExt cx="568789" cy="332567"/>
          </a:xfrm>
        </p:grpSpPr>
        <p:sp>
          <p:nvSpPr>
            <p:cNvPr id="62" name="Rectangle: Rounded Corners 61">
              <a:extLst>
                <a:ext uri="{FF2B5EF4-FFF2-40B4-BE49-F238E27FC236}">
                  <a16:creationId xmlns:a16="http://schemas.microsoft.com/office/drawing/2014/main" id="{7031676F-E965-3574-F234-BCF0B8709FB7}"/>
                </a:ext>
              </a:extLst>
            </p:cNvPr>
            <p:cNvSpPr/>
            <p:nvPr/>
          </p:nvSpPr>
          <p:spPr>
            <a:xfrm rot="18958377">
              <a:off x="5118859" y="3010555"/>
              <a:ext cx="568789" cy="291567"/>
            </a:xfrm>
            <a:prstGeom prst="round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0AA53DAF-AC55-F678-7C00-336B3210EC0E}"/>
                </a:ext>
              </a:extLst>
            </p:cNvPr>
            <p:cNvSpPr/>
            <p:nvPr/>
          </p:nvSpPr>
          <p:spPr>
            <a:xfrm rot="18958377">
              <a:off x="5468897" y="2969555"/>
              <a:ext cx="94001" cy="115581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953E9ADC-641D-8B80-5195-F14766E8C30A}"/>
                </a:ext>
              </a:extLst>
            </p:cNvPr>
            <p:cNvSpPr/>
            <p:nvPr/>
          </p:nvSpPr>
          <p:spPr>
            <a:xfrm rot="18958377">
              <a:off x="5296528" y="3102578"/>
              <a:ext cx="135404" cy="83541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5" name="TextBox 64">
            <a:extLst>
              <a:ext uri="{FF2B5EF4-FFF2-40B4-BE49-F238E27FC236}">
                <a16:creationId xmlns:a16="http://schemas.microsoft.com/office/drawing/2014/main" id="{050AF6C4-1C40-48AF-2624-D24D7A003BC8}"/>
              </a:ext>
            </a:extLst>
          </p:cNvPr>
          <p:cNvSpPr txBox="1"/>
          <p:nvPr/>
        </p:nvSpPr>
        <p:spPr>
          <a:xfrm>
            <a:off x="9959994" y="1800856"/>
            <a:ext cx="95898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Kharon,</a:t>
            </a:r>
          </a:p>
          <a:p>
            <a:r>
              <a:rPr lang="en-US" dirty="0"/>
              <a:t>Scorch,</a:t>
            </a:r>
          </a:p>
          <a:p>
            <a:r>
              <a:rPr lang="en-US" dirty="0"/>
              <a:t>Raft</a:t>
            </a:r>
          </a:p>
        </p:txBody>
      </p:sp>
    </p:spTree>
    <p:extLst>
      <p:ext uri="{BB962C8B-B14F-4D97-AF65-F5344CB8AC3E}">
        <p14:creationId xmlns:p14="http://schemas.microsoft.com/office/powerpoint/2010/main" val="12637463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20</Words>
  <Application>Microsoft Office PowerPoint</Application>
  <PresentationFormat>Widescreen</PresentationFormat>
  <Paragraphs>14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Stephen Brandon</dc:creator>
  <cp:lastModifiedBy>Stephen Brandon</cp:lastModifiedBy>
  <cp:revision>1</cp:revision>
  <dcterms:created xsi:type="dcterms:W3CDTF">2026-01-24T09:55:50Z</dcterms:created>
  <dcterms:modified xsi:type="dcterms:W3CDTF">2026-01-24T11:02:29Z</dcterms:modified>
</cp:coreProperties>
</file>